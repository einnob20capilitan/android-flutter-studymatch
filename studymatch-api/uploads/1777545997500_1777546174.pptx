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893445" y="932815"/>
            <a:ext cx="11297920" cy="3588385"/>
          </a:xfrm>
        </p:spPr>
        <p:txBody>
          <a:bodyPr>
            <a:normAutofit/>
          </a:bodyPr>
          <a:p>
            <a:r>
              <a:rPr lang="en-US" altLang="en-US"/>
              <a:t>MY ETHICAL QUESTION IS: </a:t>
            </a:r>
            <a:br>
              <a:rPr lang="en-US" altLang="en-US"/>
            </a:br>
            <a:r>
              <a:rPr lang="en-US" altLang="en-US"/>
              <a:t>Should AI be allowed to generate content </a:t>
            </a:r>
            <a:br>
              <a:rPr lang="en-US" altLang="en-US"/>
            </a:br>
            <a:r>
              <a:rPr lang="en-US" altLang="en-US"/>
              <a:t>indistinguishable from human created work?</a:t>
            </a:r>
            <a:endParaRPr lang="en-US" altLang="en-US"/>
          </a:p>
        </p:txBody>
      </p:sp>
      <p:sp>
        <p:nvSpPr>
          <p:cNvPr id="3" name="Subtitle 2"/>
          <p:cNvSpPr>
            <a:spLocks noGrp="1"/>
          </p:cNvSpPr>
          <p:nvPr>
            <p:ph type="subTitle" idx="1"/>
          </p:nvPr>
        </p:nvSpPr>
        <p:spPr>
          <a:xfrm>
            <a:off x="1772920" y="4730433"/>
            <a:ext cx="9144000" cy="1655762"/>
          </a:xfrm>
        </p:spPr>
        <p:txBody>
          <a:bodyPr/>
          <a:p>
            <a:r>
              <a:rPr lang="en-US"/>
              <a:t>By: Capilitan, Carlos Bonnie</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an AI?</a:t>
            </a:r>
            <a:endParaRPr lang="en-US"/>
          </a:p>
        </p:txBody>
      </p:sp>
      <p:sp>
        <p:nvSpPr>
          <p:cNvPr id="3" name="Content Placeholder 2"/>
          <p:cNvSpPr>
            <a:spLocks noGrp="1"/>
          </p:cNvSpPr>
          <p:nvPr>
            <p:ph idx="1"/>
          </p:nvPr>
        </p:nvSpPr>
        <p:spPr/>
        <p:txBody>
          <a:bodyPr/>
          <a:p>
            <a:r>
              <a:rPr lang="en-US"/>
              <a:t>According to wikipedia  an </a:t>
            </a:r>
            <a:r>
              <a:rPr lang="en-US" altLang="en-US"/>
              <a:t>Artificial intelligence (AI) is the capability of computational systems to perform tasks typically associated with human intelligence, such as learning, reasoning, problem-solving, perception, and decision-making.</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Expressionist (Monet, The Artist's Garden at Vétheuil)</a:t>
            </a:r>
            <a:endParaRPr lang="en-US" altLang="en-US"/>
          </a:p>
        </p:txBody>
      </p:sp>
      <p:pic>
        <p:nvPicPr>
          <p:cNvPr id="4" name="Content Placeholder 3" descr="image-91-1536x960"/>
          <p:cNvPicPr>
            <a:picLocks noChangeAspect="1"/>
          </p:cNvPicPr>
          <p:nvPr>
            <p:ph idx="1"/>
          </p:nvPr>
        </p:nvPicPr>
        <p:blipFill>
          <a:blip r:embed="rId1"/>
          <a:stretch>
            <a:fillRect/>
          </a:stretch>
        </p:blipFill>
        <p:spPr>
          <a:xfrm>
            <a:off x="739140" y="1517650"/>
            <a:ext cx="10434320" cy="49358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7235" y="1393190"/>
            <a:ext cx="10515600" cy="2677795"/>
          </a:xfrm>
        </p:spPr>
        <p:txBody>
          <a:bodyPr>
            <a:normAutofit lnSpcReduction="20000"/>
          </a:bodyPr>
          <a:p>
            <a:r>
              <a:rPr lang="en-US" altLang="en-US"/>
              <a:t>Oil paintings are often characterized by brushwork. You can see the short and broken strokes in Monet’s painting, each applied with rapid but deliberate movements. </a:t>
            </a:r>
            <a:endParaRPr lang="en-US" altLang="en-US"/>
          </a:p>
          <a:p>
            <a:r>
              <a:rPr lang="en-US" altLang="en-US"/>
              <a:t>As for the AI art, the brushwork in the Midjourney image is too vague. There’s no pattern and it’s too thick. </a:t>
            </a:r>
            <a:endParaRPr lang="en-US" altLang="en-US"/>
          </a:p>
          <a:p>
            <a:pPr marL="0" indent="0">
              <a:buNone/>
            </a:pPr>
            <a:endParaRPr lang="en-US" altLang="en-US"/>
          </a:p>
          <a:p>
            <a:pPr marL="0" indent="0">
              <a:buNone/>
            </a:pPr>
            <a:r>
              <a:rPr lang="en-US" altLang="en-US"/>
              <a:t>Source: https://goldpenguin.org/blog/ai-vs-human-art/</a:t>
            </a:r>
            <a:endParaRPr lang="en-US" altLang="en-US"/>
          </a:p>
          <a:p>
            <a:pPr marL="0" indent="0">
              <a:buNone/>
            </a:pPr>
            <a:endParaRPr lang="en-US" altLang="en-US"/>
          </a:p>
          <a:p>
            <a:pPr marL="0" indent="0">
              <a:buNone/>
            </a:pP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AI Risk </a:t>
            </a:r>
            <a:endParaRPr lang="en-US"/>
          </a:p>
        </p:txBody>
      </p:sp>
      <p:pic>
        <p:nvPicPr>
          <p:cNvPr id="5" name="Content Placeholder 4" descr="ai-concerns-in-business"/>
          <p:cNvPicPr>
            <a:picLocks noChangeAspect="1"/>
          </p:cNvPicPr>
          <p:nvPr>
            <p:ph idx="1"/>
          </p:nvPr>
        </p:nvPicPr>
        <p:blipFill>
          <a:blip r:embed="rId1"/>
          <a:stretch>
            <a:fillRect/>
          </a:stretch>
        </p:blipFill>
        <p:spPr>
          <a:xfrm>
            <a:off x="1744345" y="1825625"/>
            <a:ext cx="8702675" cy="43516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a:t>Copyright and Artificial Intelligence</a:t>
            </a:r>
            <a:endParaRPr lang="en-US" altLang="en-US"/>
          </a:p>
        </p:txBody>
      </p:sp>
      <p:sp>
        <p:nvSpPr>
          <p:cNvPr id="3" name="Content Placeholder 2"/>
          <p:cNvSpPr>
            <a:spLocks noGrp="1"/>
          </p:cNvSpPr>
          <p:nvPr>
            <p:ph idx="1"/>
          </p:nvPr>
        </p:nvSpPr>
        <p:spPr/>
        <p:txBody>
          <a:bodyPr/>
          <a:p>
            <a:r>
              <a:rPr lang="en-US" altLang="en-US"/>
              <a:t>Since launching an initiative in early 2023, the Copyright Office has been examining the copyright law and policy issues raised by artificial intelligence (AI), including the scope of copyright in AI-generated works and the use of copyrighted materials in AI training. After hosting public listening sessions and webinars, the Office published a notice of inquiry in the Federal Register in August 2023, which received over 10,000 comments by December 2023.</a:t>
            </a:r>
            <a:endParaRPr lang="en-US" altLang="en-US"/>
          </a:p>
          <a:p>
            <a:pPr marL="0" indent="0">
              <a:buNone/>
            </a:pPr>
            <a:r>
              <a:rPr lang="en-US" altLang="en-US"/>
              <a:t>Source: https://www.copyright.gov/ai/</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Famous authors' lawsuit against ChatGPT developer gets underway</a:t>
            </a:r>
            <a:endParaRPr lang="en-US" altLang="en-US"/>
          </a:p>
        </p:txBody>
      </p:sp>
      <p:sp>
        <p:nvSpPr>
          <p:cNvPr id="3" name="Content Placeholder 2"/>
          <p:cNvSpPr>
            <a:spLocks noGrp="1"/>
          </p:cNvSpPr>
          <p:nvPr>
            <p:ph idx="1"/>
          </p:nvPr>
        </p:nvSpPr>
        <p:spPr/>
        <p:txBody>
          <a:bodyPr/>
          <a:p>
            <a:endParaRPr lang="en-US" altLang="en-US"/>
          </a:p>
          <a:p>
            <a:endParaRPr lang="en-US" altLang="en-US"/>
          </a:p>
          <a:p>
            <a:r>
              <a:rPr lang="en-US" altLang="en-US"/>
              <a:t>The lawsuit, which seeks class-action status, was filed in September on behalf of the authors by the Authors Guild and accuses OpenAI of copying works of fiction without permission.</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Conclusion</a:t>
            </a:r>
            <a:endParaRPr lang="en-US" altLang="en-US"/>
          </a:p>
        </p:txBody>
      </p:sp>
      <p:sp>
        <p:nvSpPr>
          <p:cNvPr id="3" name="Content Placeholder 2"/>
          <p:cNvSpPr>
            <a:spLocks noGrp="1"/>
          </p:cNvSpPr>
          <p:nvPr>
            <p:ph idx="1"/>
          </p:nvPr>
        </p:nvSpPr>
        <p:spPr/>
        <p:txBody>
          <a:bodyPr/>
          <a:p>
            <a:r>
              <a:rPr lang="en-US" altLang="en-US"/>
              <a:t>AI-generated content presents both opportunities (democratization, efficiency) and risks (fraud, artistic devaluation). It also helps people for there task being efficient and on time but abusing of using AI can risk not only you but the people who’s hard working for their works.</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51990" y="2857183"/>
            <a:ext cx="10972800" cy="1143000"/>
          </a:xfrm>
        </p:spPr>
        <p:txBody>
          <a:bodyPr/>
          <a:p>
            <a:r>
              <a:rPr lang="en-US">
                <a:sym typeface="+mn-ea"/>
              </a:rPr>
              <a:t>Thank you for watching </a:t>
            </a:r>
            <a:endParaRPr lang="en-US"/>
          </a:p>
        </p:txBody>
      </p:sp>
    </p:spTree>
  </p:cSld>
  <p:clrMapOvr>
    <a:masterClrMapping/>
  </p:clrMapOvr>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1869</Words>
  <Application>WPS Presentation</Application>
  <PresentationFormat>Widescreen</PresentationFormat>
  <Paragraphs>35</Paragraphs>
  <Slides>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SimSun</vt:lpstr>
      <vt:lpstr>Wingdings</vt:lpstr>
      <vt:lpstr>Arial Unicode MS</vt:lpstr>
      <vt:lpstr>Calibri Light</vt:lpstr>
      <vt:lpstr>Calibri</vt:lpstr>
      <vt:lpstr>Microsoft YaHei</vt:lpstr>
      <vt:lpstr>Art_mountaineering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ETHICAL QUESTION IS:  Should AI be allowed to generate content  indistinguishable from human created work?</dc:title>
  <dc:creator>Admin</dc:creator>
  <cp:lastModifiedBy>Admin</cp:lastModifiedBy>
  <cp:revision>1</cp:revision>
  <dcterms:created xsi:type="dcterms:W3CDTF">2025-06-11T06:32:46Z</dcterms:created>
  <dcterms:modified xsi:type="dcterms:W3CDTF">2025-06-11T06:32:46Z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99E2F510F64F42768416535948F19241_11</vt:lpwstr>
  </property>
  <property fmtid="{D5CDD505-2E9C-101B-9397-08002B2CF9AE}" pid="3" name="KSOProductBuildVer">
    <vt:lpwstr>1033-12.2.0.21179</vt:lpwstr>
  </property>
</Properties>
</file>